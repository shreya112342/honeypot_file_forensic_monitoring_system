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7" r:id="rId5"/>
    <p:sldId id="268" r:id="rId6"/>
    <p:sldId id="269" r:id="rId7"/>
    <p:sldId id="270" r:id="rId8"/>
    <p:sldId id="297" r:id="rId9"/>
    <p:sldId id="289" r:id="rId10"/>
    <p:sldId id="295" r:id="rId11"/>
    <p:sldId id="278" r:id="rId12"/>
    <p:sldId id="279" r:id="rId13"/>
    <p:sldId id="280" r:id="rId14"/>
    <p:sldId id="285" r:id="rId15"/>
    <p:sldId id="282" r:id="rId16"/>
    <p:sldId id="290" r:id="rId17"/>
    <p:sldId id="291" r:id="rId18"/>
    <p:sldId id="292" r:id="rId19"/>
    <p:sldId id="293" r:id="rId20"/>
    <p:sldId id="298" r:id="rId21"/>
    <p:sldId id="294" r:id="rId22"/>
    <p:sldId id="29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368EEF-7AF5-433D-9540-70A53C805EF9}" v="1" dt="2025-11-03T04:12:46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yasri v" userId="2fb9beb7158a4962" providerId="LiveId" clId="{4A2C74CE-8083-48DA-A97A-601E50211ECE}"/>
    <pc:docChg chg="undo custSel addSld modSld">
      <pc:chgData name="Jeyasri v" userId="2fb9beb7158a4962" providerId="LiveId" clId="{4A2C74CE-8083-48DA-A97A-601E50211ECE}" dt="2025-11-23T15:11:34.476" v="74" actId="20577"/>
      <pc:docMkLst>
        <pc:docMk/>
      </pc:docMkLst>
      <pc:sldChg chg="modSp mod">
        <pc:chgData name="Jeyasri v" userId="2fb9beb7158a4962" providerId="LiveId" clId="{4A2C74CE-8083-48DA-A97A-601E50211ECE}" dt="2025-11-23T15:11:34.476" v="74" actId="20577"/>
        <pc:sldMkLst>
          <pc:docMk/>
          <pc:sldMk cId="4238371371" sldId="267"/>
        </pc:sldMkLst>
        <pc:spChg chg="mod">
          <ac:chgData name="Jeyasri v" userId="2fb9beb7158a4962" providerId="LiveId" clId="{4A2C74CE-8083-48DA-A97A-601E50211ECE}" dt="2025-11-23T15:11:34.476" v="74" actId="20577"/>
          <ac:spMkLst>
            <pc:docMk/>
            <pc:sldMk cId="4238371371" sldId="267"/>
            <ac:spMk id="3" creationId="{03234747-FDA8-194C-1990-721F8F8D1CC6}"/>
          </ac:spMkLst>
        </pc:spChg>
      </pc:sldChg>
      <pc:sldChg chg="addSp delSp modSp new mod">
        <pc:chgData name="Jeyasri v" userId="2fb9beb7158a4962" providerId="LiveId" clId="{4A2C74CE-8083-48DA-A97A-601E50211ECE}" dt="2025-11-03T04:13:22.717" v="52" actId="20577"/>
        <pc:sldMkLst>
          <pc:docMk/>
          <pc:sldMk cId="4221931940" sldId="298"/>
        </pc:sldMkLst>
        <pc:spChg chg="mod">
          <ac:chgData name="Jeyasri v" userId="2fb9beb7158a4962" providerId="LiveId" clId="{4A2C74CE-8083-48DA-A97A-601E50211ECE}" dt="2025-11-03T04:13:22.717" v="52" actId="20577"/>
          <ac:spMkLst>
            <pc:docMk/>
            <pc:sldMk cId="4221931940" sldId="298"/>
            <ac:spMk id="3" creationId="{1AF24E4D-215F-35A6-D036-20A4378C6E22}"/>
          </ac:spMkLst>
        </pc:spChg>
        <pc:picChg chg="add mod">
          <ac:chgData name="Jeyasri v" userId="2fb9beb7158a4962" providerId="LiveId" clId="{4A2C74CE-8083-48DA-A97A-601E50211ECE}" dt="2025-11-03T04:12:50.417" v="2" actId="27614"/>
          <ac:picMkLst>
            <pc:docMk/>
            <pc:sldMk cId="4221931940" sldId="298"/>
            <ac:picMk id="6" creationId="{3097EFC5-2A0C-DC3D-8EB7-C52CD663C8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6258F-9F27-CB3A-E81E-2B05DE3B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Honeypot File Forensic Monitoring System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34747-FDA8-194C-1990-721F8F8D1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+mj-lt"/>
              </a:rPr>
              <a:t>BY:SHREYA V </a:t>
            </a:r>
          </a:p>
          <a:p>
            <a:endParaRPr lang="en-IN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8371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FCD3-14B7-0E02-2FA3-435D38D31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ADE4-F9A4-6F07-05A9-962347C08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Aptos Display" panose="020B0004020202020204" pitchFamily="34" charset="0"/>
              </a:rPr>
              <a:t> </a:t>
            </a:r>
            <a:r>
              <a:rPr lang="en-US" b="1" dirty="0">
                <a:latin typeface="Arial Rounded MT Bold" panose="020F0704030504030204" pitchFamily="34" charset="0"/>
              </a:rPr>
              <a:t>The project presents a file-based honeypot that detects and logs unauthorized file access.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It automatically generates forensic reports, captures events in SQLite, and creates PCAP files for Wireshark.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A Chain of Custody mechanism ensures integrity of digital evidence.</a:t>
            </a:r>
          </a:p>
          <a:p>
            <a:endParaRPr lang="en-US" b="1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rial Rounded MT Bold" panose="020F0704030504030204" pitchFamily="34" charset="0"/>
              </a:rPr>
              <a:t>The system helps investigators analyze insider threats effectively using Python automation on Kali Linux.</a:t>
            </a:r>
          </a:p>
          <a:p>
            <a:pPr marL="0" indent="0"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08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6867C-572E-83F3-A3F6-99123DCAF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9848E-5D30-234D-9E73-B48C4DB0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dirty="0">
                <a:latin typeface="Arial Rounded MT Bold" panose="020F0704030504030204" pitchFamily="34" charset="0"/>
              </a:rPr>
              <a:t>Antivirus/IDS monitor malware, not insider misuse.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 Event logs are technical &amp; hard to analyse.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 No instant alert/report for file access.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 Integrity verification (hash proof) missing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59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671C-9117-4A77-FB1A-E1AE90A9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DB1A-5FEC-8335-3EFB-A47B4169A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</a:rPr>
              <a:t> Introduces a forensic honeypot that monitors file access in real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</a:rPr>
              <a:t>Automatically creates forensic reports and network captures.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</a:rPr>
              <a:t>Maintains a structured SQLite database and evidence chain.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</a:rPr>
              <a:t>Uses Python automation to integrate monitoring, reporting, and blocking.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rial Rounded MT Bold" panose="020F0704030504030204" pitchFamily="34" charset="0"/>
              </a:rPr>
              <a:t>Lightweight and runs entirely on open-source tools in Kali Linux.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204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E86A-D91A-2B82-97AD-6E53D4DE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REQUIREMENTS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D1639-E2FC-A880-7C11-1A50BEE41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Hardware Requirements: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Processor: Intel Core i3 or above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RAM: 4 GB (minimum) </a:t>
            </a:r>
          </a:p>
          <a:p>
            <a:r>
              <a:rPr lang="en-IN" dirty="0">
                <a:latin typeface="Arial Rounded MT Bold" panose="020F0704030504030204" pitchFamily="34" charset="0"/>
              </a:rPr>
              <a:t>Software Requirements: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OS: Kali Linux / Ubuntu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Language: Python 3.10+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Database: SQLite3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>
                <a:latin typeface="Arial Rounded MT Bold" panose="020F0704030504030204" pitchFamily="34" charset="0"/>
              </a:rPr>
              <a:t>Tools: </a:t>
            </a:r>
            <a:r>
              <a:rPr lang="en-IN" dirty="0" err="1">
                <a:latin typeface="Arial Rounded MT Bold" panose="020F0704030504030204" pitchFamily="34" charset="0"/>
              </a:rPr>
              <a:t>inotify</a:t>
            </a:r>
            <a:r>
              <a:rPr lang="en-IN" dirty="0">
                <a:latin typeface="Arial Rounded MT Bold" panose="020F0704030504030204" pitchFamily="34" charset="0"/>
              </a:rPr>
              <a:t>-tools, </a:t>
            </a:r>
            <a:r>
              <a:rPr lang="en-IN" dirty="0" err="1">
                <a:latin typeface="Arial Rounded MT Bold" panose="020F0704030504030204" pitchFamily="34" charset="0"/>
              </a:rPr>
              <a:t>ReportLab</a:t>
            </a:r>
            <a:r>
              <a:rPr lang="en-IN" dirty="0">
                <a:latin typeface="Arial Rounded MT Bold" panose="020F0704030504030204" pitchFamily="34" charset="0"/>
              </a:rPr>
              <a:t>, </a:t>
            </a:r>
            <a:r>
              <a:rPr lang="en-IN" dirty="0" err="1">
                <a:latin typeface="Arial Rounded MT Bold" panose="020F0704030504030204" pitchFamily="34" charset="0"/>
              </a:rPr>
              <a:t>Scapy</a:t>
            </a:r>
            <a:r>
              <a:rPr lang="en-IN" dirty="0">
                <a:latin typeface="Arial Rounded MT Bold" panose="020F0704030504030204" pitchFamily="34" charset="0"/>
              </a:rPr>
              <a:t>, Rich, Wireshark</a:t>
            </a:r>
          </a:p>
        </p:txBody>
      </p:sp>
    </p:spTree>
    <p:extLst>
      <p:ext uri="{BB962C8B-B14F-4D97-AF65-F5344CB8AC3E}">
        <p14:creationId xmlns:p14="http://schemas.microsoft.com/office/powerpoint/2010/main" val="4224734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D2B7-2074-73E7-865A-CF8CD64E8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561862"/>
          </a:xfrm>
        </p:spPr>
        <p:txBody>
          <a:bodyPr/>
          <a:lstStyle/>
          <a:p>
            <a:r>
              <a:rPr lang="en-IN" b="1" dirty="0"/>
              <a:t>Modules: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FCBA4-BEDF-FB4E-1F06-D3E94ADAA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Arial Rounded MT Bold" panose="020F0704030504030204" pitchFamily="34" charset="0"/>
              </a:rPr>
              <a:t>1. File Monitoring Module</a:t>
            </a:r>
            <a:endParaRPr lang="en-IN" sz="1600" dirty="0">
              <a:latin typeface="Arial Rounded MT Bold" panose="020F07040305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dirty="0">
                <a:latin typeface="Arial Rounded MT Bold" panose="020F0704030504030204" pitchFamily="34" charset="0"/>
              </a:rPr>
              <a:t> </a:t>
            </a:r>
            <a:r>
              <a:rPr lang="en-US" sz="1500" dirty="0">
                <a:latin typeface="Arial Rounded MT Bold" panose="020F0704030504030204" pitchFamily="34" charset="0"/>
              </a:rPr>
              <a:t>This module keeps an eye on the honeypot file all the </a:t>
            </a:r>
            <a:r>
              <a:rPr lang="en-US" sz="1500" dirty="0" err="1">
                <a:latin typeface="Arial Rounded MT Bold" panose="020F0704030504030204" pitchFamily="34" charset="0"/>
              </a:rPr>
              <a:t>time.If</a:t>
            </a:r>
            <a:r>
              <a:rPr lang="en-US" sz="1500" dirty="0">
                <a:latin typeface="Arial Rounded MT Bold" panose="020F0704030504030204" pitchFamily="34" charset="0"/>
              </a:rPr>
              <a:t> anyone tries to open, edit, or delete the file, this module detects the action </a:t>
            </a:r>
            <a:r>
              <a:rPr lang="en-US" sz="1500" dirty="0" err="1">
                <a:latin typeface="Arial Rounded MT Bold" panose="020F0704030504030204" pitchFamily="34" charset="0"/>
              </a:rPr>
              <a:t>immediately.It</a:t>
            </a:r>
            <a:r>
              <a:rPr lang="en-US" sz="1500" dirty="0">
                <a:latin typeface="Arial Rounded MT Bold" panose="020F0704030504030204" pitchFamily="34" charset="0"/>
              </a:rPr>
              <a:t> uses a Linux tool called </a:t>
            </a:r>
            <a:r>
              <a:rPr lang="en-US" sz="1500" dirty="0" err="1">
                <a:latin typeface="Arial Rounded MT Bold" panose="020F0704030504030204" pitchFamily="34" charset="0"/>
              </a:rPr>
              <a:t>Inotify</a:t>
            </a:r>
            <a:r>
              <a:rPr lang="en-US" sz="1500" dirty="0">
                <a:latin typeface="Arial Rounded MT Bold" panose="020F0704030504030204" pitchFamily="34" charset="0"/>
              </a:rPr>
              <a:t> to track these file activities in real time.</a:t>
            </a:r>
            <a:endParaRPr lang="en-IN" sz="1500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2. Event Logging &amp; Database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Arial Rounded MT Bold" panose="020F0704030504030204" pitchFamily="34" charset="0"/>
              </a:rPr>
              <a:t>When an unauthorized action is detected, this module records all the details — like the time, user, action type, and file hash — in a SQLite </a:t>
            </a:r>
            <a:r>
              <a:rPr lang="en-US" sz="1500" dirty="0" err="1">
                <a:latin typeface="Arial Rounded MT Bold" panose="020F0704030504030204" pitchFamily="34" charset="0"/>
              </a:rPr>
              <a:t>database.This</a:t>
            </a:r>
            <a:r>
              <a:rPr lang="en-US" sz="1500" dirty="0">
                <a:latin typeface="Arial Rounded MT Bold" panose="020F0704030504030204" pitchFamily="34" charset="0"/>
              </a:rPr>
              <a:t> helps investigators check what happened, when, and who did it later.</a:t>
            </a:r>
            <a:endParaRPr lang="en-IN" sz="15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IN" dirty="0">
                <a:latin typeface="Arial Rounded MT Bold" panose="020F0704030504030204" pitchFamily="34" charset="0"/>
              </a:rPr>
              <a:t>3. Network Capture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This module captures network packets whenever an attack or file access </a:t>
            </a:r>
            <a:r>
              <a:rPr lang="en-US" sz="1600" dirty="0" err="1">
                <a:latin typeface="Arial Rounded MT Bold" panose="020F0704030504030204" pitchFamily="34" charset="0"/>
              </a:rPr>
              <a:t>happens.It</a:t>
            </a:r>
            <a:r>
              <a:rPr lang="en-US" sz="1600" dirty="0">
                <a:latin typeface="Arial Rounded MT Bold" panose="020F0704030504030204" pitchFamily="34" charset="0"/>
              </a:rPr>
              <a:t> uses a tool called </a:t>
            </a:r>
            <a:r>
              <a:rPr lang="en-US" sz="1600" dirty="0" err="1">
                <a:latin typeface="Arial Rounded MT Bold" panose="020F0704030504030204" pitchFamily="34" charset="0"/>
              </a:rPr>
              <a:t>Scapy</a:t>
            </a:r>
            <a:r>
              <a:rPr lang="en-US" sz="1600" dirty="0">
                <a:latin typeface="Arial Rounded MT Bold" panose="020F0704030504030204" pitchFamily="34" charset="0"/>
              </a:rPr>
              <a:t> to collect this data, which can then be analyzed in </a:t>
            </a:r>
            <a:r>
              <a:rPr lang="en-US" sz="1600" dirty="0" err="1">
                <a:latin typeface="Arial Rounded MT Bold" panose="020F0704030504030204" pitchFamily="34" charset="0"/>
              </a:rPr>
              <a:t>Wireshark.This</a:t>
            </a:r>
            <a:r>
              <a:rPr lang="en-US" sz="1600" dirty="0">
                <a:latin typeface="Arial Rounded MT Bold" panose="020F0704030504030204" pitchFamily="34" charset="0"/>
              </a:rPr>
              <a:t> helps to see if the attacker tried to send data over the network.</a:t>
            </a:r>
            <a:endParaRPr lang="en-IN" sz="1600" dirty="0">
              <a:latin typeface="Arial Rounded MT Bold" panose="020F0704030504030204" pitchFamily="34" charset="0"/>
            </a:endParaRPr>
          </a:p>
          <a:p>
            <a:r>
              <a:rPr lang="en-IN" dirty="0">
                <a:latin typeface="Arial Rounded MT Bold" panose="020F0704030504030204" pitchFamily="34" charset="0"/>
              </a:rPr>
              <a:t>4. CLI Dashboard Module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500" dirty="0">
                <a:latin typeface="Arial Rounded MT Bold" panose="020F0704030504030204" pitchFamily="34" charset="0"/>
              </a:rPr>
              <a:t>This module shows a dashboard view of all activities directly in the </a:t>
            </a:r>
            <a:r>
              <a:rPr lang="en-US" sz="1500" dirty="0" err="1">
                <a:latin typeface="Arial Rounded MT Bold" panose="020F0704030504030204" pitchFamily="34" charset="0"/>
              </a:rPr>
              <a:t>terminal.It</a:t>
            </a:r>
            <a:r>
              <a:rPr lang="en-US" sz="1500" dirty="0">
                <a:latin typeface="Arial Rounded MT Bold" panose="020F0704030504030204" pitchFamily="34" charset="0"/>
              </a:rPr>
              <a:t> displays recent logs, file status, and alerts in a neat and colorful format using the Rich Python library.</a:t>
            </a:r>
            <a:endParaRPr lang="en-IN" sz="1500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280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B423-4F1E-0AF8-FD90-52B87FF7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ENCHANCEMENTS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80637-F5E7-9AC0-F62E-8DF3B89B7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 Add AI-based detection to identify suspicious user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Enable email or SMS alerts for instant notifications.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Integrate cloud storage for secure evidence backup.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Add digital signatures for Chain of Custody reports.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>
                <a:latin typeface="Arial Rounded MT Bold" panose="020F0704030504030204" pitchFamily="34" charset="0"/>
              </a:rPr>
              <a:t>Extend support to Windows and macOS platforms.</a:t>
            </a:r>
            <a:endParaRPr lang="en-IN" sz="1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800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74AA-8B44-2DB4-012B-D79C08B4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2CF2-095E-2CDA-F9EF-6113B857E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Project demonstrates insider attack detection using honeypot.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Provides forensic-ready evidence (hash, logs, reports).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Lightweight implementation suitable for low-end systems.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Can be extended with alerts or network honeypots in future.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521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F3609-25DB-E35B-34F6-CF7B8FDB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dirty="0"/>
              <a:t>CREATING HONEYPOT FILE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0E100E4-CDB7-5D7E-9116-1554F364D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17807" y="255640"/>
            <a:ext cx="7197212" cy="610583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8AE38-3C1E-AB5D-48E3-1176F376B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In kali </a:t>
            </a:r>
            <a:r>
              <a:rPr lang="en-US" dirty="0" err="1">
                <a:latin typeface="Arial Rounded MT Bold" panose="020F0704030504030204" pitchFamily="34" charset="0"/>
              </a:rPr>
              <a:t>linux</a:t>
            </a:r>
            <a:r>
              <a:rPr lang="en-US" dirty="0">
                <a:latin typeface="Arial Rounded MT Bold" panose="020F0704030504030204" pitchFamily="34" charset="0"/>
              </a:rPr>
              <a:t> ,created the honeypot file (customers_crendentials.xlsx) basic </a:t>
            </a:r>
            <a:r>
              <a:rPr lang="en-US" dirty="0" err="1">
                <a:latin typeface="Arial Rounded MT Bold" panose="020F0704030504030204" pitchFamily="34" charset="0"/>
              </a:rPr>
              <a:t>mkdir</a:t>
            </a:r>
            <a:r>
              <a:rPr lang="en-US" dirty="0">
                <a:latin typeface="Arial Rounded MT Bold" panose="020F0704030504030204" pitchFamily="34" charset="0"/>
              </a:rPr>
              <a:t>(/opt) ,touch command.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Installing python3-pip.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249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9CDD9-7128-97F3-4D1E-4F8348774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Requirements</a:t>
            </a:r>
            <a:endParaRPr lang="en-IN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85A473-0B65-803D-C4C1-26CE60D4A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0587" y="942092"/>
            <a:ext cx="5927725" cy="496709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1F992-93E0-1A30-D5C2-29E41DA1B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Arial Rounded MT Bold" panose="020F0704030504030204" pitchFamily="34" charset="0"/>
              </a:rPr>
              <a:t>Inotify</a:t>
            </a:r>
            <a:r>
              <a:rPr lang="en-US" dirty="0">
                <a:latin typeface="Arial Rounded MT Bold" panose="020F0704030504030204" pitchFamily="34" charset="0"/>
              </a:rPr>
              <a:t> tools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Sqlite3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Arial Rounded MT Bold" panose="020F0704030504030204" pitchFamily="34" charset="0"/>
              </a:rPr>
              <a:t>ReportLab</a:t>
            </a: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Arial Rounded MT Bold" panose="020F0704030504030204" pitchFamily="34" charset="0"/>
              </a:rPr>
              <a:t>Scapy</a:t>
            </a: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Rich for CLI </a:t>
            </a:r>
            <a:r>
              <a:rPr lang="en-US" dirty="0" err="1">
                <a:latin typeface="Arial Rounded MT Bold" panose="020F0704030504030204" pitchFamily="34" charset="0"/>
              </a:rPr>
              <a:t>dasboard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91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6114-C3A6-20CF-C7CA-6CA7D6AD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Database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B434A0-4D41-E7EF-F63E-BB8952BC3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124573" y="386080"/>
            <a:ext cx="6323525" cy="615696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AB45A-C6A5-104B-CC09-BC1B2144A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 Rounded MT Bold" panose="020F0704030504030204" pitchFamily="34" charset="0"/>
              </a:rPr>
              <a:t>Sqlite3 /opt/honeypot/</a:t>
            </a:r>
            <a:r>
              <a:rPr lang="en-US" dirty="0" err="1">
                <a:latin typeface="Arial Rounded MT Bold" panose="020F0704030504030204" pitchFamily="34" charset="0"/>
              </a:rPr>
              <a:t>honey_logs.db</a:t>
            </a:r>
            <a:endParaRPr lang="en-US" dirty="0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 Rounded MT Bold" panose="020F0704030504030204" pitchFamily="34" charset="0"/>
              </a:rPr>
              <a:t>The query “.tables SELECT*FROM events; .exit”.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 Rounded MT Bold" panose="020F0704030504030204" pitchFamily="34" charset="0"/>
              </a:rPr>
              <a:t>Created </a:t>
            </a:r>
            <a:r>
              <a:rPr lang="en-US" dirty="0" err="1">
                <a:latin typeface="Arial Rounded MT Bold" panose="020F0704030504030204" pitchFamily="34" charset="0"/>
              </a:rPr>
              <a:t>honey_logs.db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46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2FAB-AECE-9E35-BB7A-898B4BFE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 Script 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05432D-B771-FFF9-171C-C7E2F396C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38219" y="416689"/>
            <a:ext cx="7095280" cy="605355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E7C85-3DC7-4BD3-0B3A-D34FF3BF6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Creating python monitor script.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>
                <a:latin typeface="Arial Rounded MT Bold" panose="020F0704030504030204" pitchFamily="34" charset="0"/>
              </a:rPr>
              <a:t>Inotify</a:t>
            </a:r>
            <a:r>
              <a:rPr lang="en-US" dirty="0">
                <a:latin typeface="Arial Rounded MT Bold" panose="020F0704030504030204" pitchFamily="34" charset="0"/>
              </a:rPr>
              <a:t> triggered the python script.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676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3DFF-7994-0723-D423-25CF60CB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Inotify</a:t>
            </a:r>
            <a:r>
              <a:rPr lang="en-US" b="1" dirty="0"/>
              <a:t> Trigger</a:t>
            </a:r>
            <a:endParaRPr lang="en-IN" b="1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BD3583-4B93-042A-F859-003315AFB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30815" y="601884"/>
            <a:ext cx="6456323" cy="601883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42D706-E0DA-7303-0CC7-C798344B5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Monitor the customers_crendentials.xlsx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To create the pdf and with the help of honeypot monitor script python.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7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2FBA-BE93-40E6-F9A9-0390A3E8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Attacker Terminal</a:t>
            </a:r>
            <a:endParaRPr lang="en-IN" b="1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A470A6-7F19-147E-3D16-8D3537DF5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9241" y="786383"/>
            <a:ext cx="6467897" cy="53211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0EE05-38A3-ED08-C5E4-7CA7E682E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In Another Terminal is considered as the Attacker Terminal.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In Attacker Terminal is accessed the honeypot file</a:t>
            </a:r>
            <a:r>
              <a:rPr lang="en-IN" dirty="0">
                <a:latin typeface="Arial Rounded MT Bold" panose="020F0704030504030204" pitchFamily="34" charset="0"/>
              </a:rPr>
              <a:t> they read or modify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597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CAFA-34B2-11B6-8DDF-03D8E9F18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 the logs</a:t>
            </a:r>
            <a:endParaRPr lang="en-IN" b="1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37EF30-91B9-6B3B-1EE3-54E3FED22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5539" y="578734"/>
            <a:ext cx="6991109" cy="571789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170A8-0B33-5901-8751-B4D46F0CE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Sqlite3 </a:t>
            </a:r>
            <a:r>
              <a:rPr lang="en-US" dirty="0" err="1">
                <a:latin typeface="Arial Rounded MT Bold" panose="020F0704030504030204" pitchFamily="34" charset="0"/>
              </a:rPr>
              <a:t>honey_logs.db”SELECT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id,ts,action,user,current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latin typeface="Arial Rounded MT Bold" panose="020F0704030504030204" pitchFamily="34" charset="0"/>
              </a:rPr>
              <a:t>hash,tampered</a:t>
            </a:r>
            <a:r>
              <a:rPr lang="en-US" dirty="0">
                <a:latin typeface="Arial Rounded MT Bold" panose="020F0704030504030204" pitchFamily="34" charset="0"/>
              </a:rPr>
              <a:t> from events.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Then run python3 honey_auto_report.py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486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5D993-781F-7B0B-DB27-5F5015462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PDF Generation</a:t>
            </a:r>
            <a:endParaRPr lang="en-IN" b="1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10AC52-75D6-7905-7C22-0E1FBC25E4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4787" y="449826"/>
            <a:ext cx="6823587" cy="565527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E09A2-20AC-9732-F730-E862E50CB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 Rounded MT Bold" panose="020F0704030504030204" pitchFamily="34" charset="0"/>
              </a:rPr>
              <a:t>Honey_auto_report.pdf</a:t>
            </a:r>
            <a:r>
              <a:rPr lang="en-IN" dirty="0">
                <a:latin typeface="Arial Rounded MT Bold" panose="020F0704030504030204" pitchFamily="34" charset="0"/>
              </a:rPr>
              <a:t> are automatic created once the run monitor script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 Rounded MT Bold" panose="020F0704030504030204" pitchFamily="34" charset="0"/>
              </a:rPr>
              <a:t>To view the pdf command help of </a:t>
            </a:r>
            <a:r>
              <a:rPr lang="en-IN" dirty="0" err="1">
                <a:latin typeface="Arial Rounded MT Bold" panose="020F0704030504030204" pitchFamily="34" charset="0"/>
              </a:rPr>
              <a:t>xdg</a:t>
            </a:r>
            <a:r>
              <a:rPr lang="en-IN" dirty="0">
                <a:latin typeface="Arial Rounded MT Bold" panose="020F0704030504030204" pitchFamily="34" charset="0"/>
              </a:rPr>
              <a:t>-open honey_auto_report.pdf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957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97EFC5-2A0C-DC3D-8EB7-C52CD663C8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623" b="12623"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AF24E4D-215F-35A6-D036-20A4378C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 err="1"/>
              <a:t>analyse</a:t>
            </a:r>
            <a:r>
              <a:rPr lang="en-US" dirty="0"/>
              <a:t> the PCAP file for </a:t>
            </a:r>
            <a:r>
              <a:rPr lang="en-US" dirty="0" err="1"/>
              <a:t>wireshark</a:t>
            </a:r>
            <a:r>
              <a:rPr lang="en-US"/>
              <a:t> 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9C694-3A00-7DD8-D211-04E75C1CD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931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17218-072B-3B41-702A-8A967BB2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</a:t>
            </a:r>
            <a:endParaRPr lang="en-IN" b="1" dirty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53B3EB-C88B-13BB-CB89-DFDE981C6B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3613" y="639098"/>
            <a:ext cx="6323525" cy="56142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EF571-8137-5AFE-1323-656097939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To Show the Dashboard then run view_dashboard.py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 Rounded MT Bold" panose="020F0704030504030204" pitchFamily="34" charset="0"/>
              </a:rPr>
              <a:t>Displayed CLI Dashboard</a:t>
            </a:r>
            <a:endParaRPr lang="en-IN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052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0CA2-A1F2-8D8F-AA38-C3916633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712814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{09BB9C7C-A032-46DA-9C87-0DB30B74ACCF}tf11437505_win32</Template>
  <TotalTime>273</TotalTime>
  <Words>727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 Display</vt:lpstr>
      <vt:lpstr>Arial</vt:lpstr>
      <vt:lpstr>Arial Rounded MT Bold</vt:lpstr>
      <vt:lpstr>Calibri</vt:lpstr>
      <vt:lpstr>Georgia Pro Cond Light</vt:lpstr>
      <vt:lpstr>Speak Pro</vt:lpstr>
      <vt:lpstr>Wingdings</vt:lpstr>
      <vt:lpstr>RetrospectVTI</vt:lpstr>
      <vt:lpstr>Honeypot File Forensic Monitoring System</vt:lpstr>
      <vt:lpstr>ABSTRACT</vt:lpstr>
      <vt:lpstr>Existing System</vt:lpstr>
      <vt:lpstr>Proposed System</vt:lpstr>
      <vt:lpstr>SYSTEM REQUIREMENTS</vt:lpstr>
      <vt:lpstr>Modules:</vt:lpstr>
      <vt:lpstr>FUTURE ENCHANCEMENTS</vt:lpstr>
      <vt:lpstr> Conclusion</vt:lpstr>
      <vt:lpstr> CREATING HONEYPOT FILE</vt:lpstr>
      <vt:lpstr>Installing Requirements</vt:lpstr>
      <vt:lpstr>Creating the Database</vt:lpstr>
      <vt:lpstr>Monitor Script </vt:lpstr>
      <vt:lpstr>Inotify Trigger</vt:lpstr>
      <vt:lpstr>Attacker Terminal</vt:lpstr>
      <vt:lpstr>Check the logs</vt:lpstr>
      <vt:lpstr>PDF Generation</vt:lpstr>
      <vt:lpstr>To analyse the PCAP file for wireshark </vt:lpstr>
      <vt:lpstr>Dashboard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Jeyasri v</dc:creator>
  <cp:lastModifiedBy>Jeyasri v</cp:lastModifiedBy>
  <cp:revision>7</cp:revision>
  <dcterms:created xsi:type="dcterms:W3CDTF">2025-09-10T15:29:54Z</dcterms:created>
  <dcterms:modified xsi:type="dcterms:W3CDTF">2025-11-23T15:11:36Z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